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Document Hub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Configurable Data Extraction &amp; Dynamic Document Matching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Document Hub provides intelligent document retrieval based on customer/account context</a:t>
            </a:r>
          </a:p>
          <a:p>
            <a:pPr>
              <a:spcAft>
                <a:spcPts val="1200"/>
              </a:spcAft>
              <a:defRPr sz="2000"/>
            </a:pPr>
            <a:r>
              <a:t>• Supports multiple document sharing scopes: ALL, ACCOUNT, CUSTOMER, CUSTOM_RULES</a:t>
            </a:r>
          </a:p>
          <a:p>
            <a:pPr>
              <a:spcAft>
                <a:spcPts val="1200"/>
              </a:spcAft>
              <a:defRPr sz="2000"/>
            </a:pPr>
            <a:r>
              <a:t>• CUSTOM_RULES enables dynamic document matching via configurable API chains</a:t>
            </a:r>
          </a:p>
          <a:p>
            <a:pPr>
              <a:spcAft>
                <a:spcPts val="1200"/>
              </a:spcAft>
              <a:defRPr sz="2000"/>
            </a:pPr>
            <a:r>
              <a:t>• Two main matching strategies: Reference Key Matching &amp; Conditional Matching</a:t>
            </a:r>
          </a:p>
          <a:p>
            <a:pPr>
              <a:spcAft>
                <a:spcPts val="1200"/>
              </a:spcAft>
              <a:defRPr sz="2000"/>
            </a:pPr>
            <a:r>
              <a:t>• Uses PostgreSQL with R2DBC for reactive database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DocumentEnquiryController - REST API endpoint for document queries</a:t>
            </a:r>
          </a:p>
          <a:p>
            <a:pPr>
              <a:spcAft>
                <a:spcPts val="1200"/>
              </a:spcAft>
              <a:defRPr sz="2000"/>
            </a:pPr>
            <a:r>
              <a:t>• DocumentEnquiryService - Core business logic for document retrieval</a:t>
            </a:r>
          </a:p>
          <a:p>
            <a:pPr>
              <a:spcAft>
                <a:spcPts val="1200"/>
              </a:spcAft>
              <a:defRPr sz="2000"/>
            </a:pPr>
            <a:r>
              <a:t>• ConfigurableDataExtractionService - Executes API chains, extracts fields</a:t>
            </a:r>
          </a:p>
          <a:p>
            <a:pPr>
              <a:spcAft>
                <a:spcPts val="1200"/>
              </a:spcAft>
              <a:defRPr sz="2000"/>
            </a:pPr>
            <a:r>
              <a:t>• MasterTemplateDefinition - Template configuration with data_extraction_config</a:t>
            </a:r>
          </a:p>
          <a:p>
            <a:pPr>
              <a:spcAft>
                <a:spcPts val="1200"/>
              </a:spcAft>
              <a:defRPr sz="2000"/>
            </a:pPr>
            <a:r>
              <a:t>• StorageIndex - Document storage with reference keys for matching</a:t>
            </a:r>
          </a:p>
          <a:p>
            <a:pPr>
              <a:spcAft>
                <a:spcPts val="1200"/>
              </a:spcAft>
              <a:defRPr sz="2000"/>
            </a:pPr>
            <a:r>
              <a:t>• MockApiController - Simulates external APIs for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Extraction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data_extraction_config (JSONB):</a:t>
            </a:r>
            <a:br/>
            <a:r>
              <a:t>{</a:t>
            </a:r>
            <a:br/>
            <a:r>
              <a:t>  "requiredFields": ["disclosureCode"],</a:t>
            </a:r>
            <a:br/>
            <a:r>
              <a:t>  "fieldSources": {</a:t>
            </a:r>
            <a:br/>
            <a:r>
              <a:t>    "disclosureCode": {</a:t>
            </a:r>
            <a:br/>
            <a:r>
              <a:t>      "sourceApi": "pricingApi",</a:t>
            </a:r>
            <a:br/>
            <a:r>
              <a:t>      "extractionPath": "$.disclosureCode",</a:t>
            </a:r>
            <a:br/>
            <a:r>
              <a:t>      "requiredInputs": ["pricingId"]</a:t>
            </a:r>
            <a:br/>
            <a:r>
              <a:t>    }</a:t>
            </a:r>
            <a:br/>
            <a:r>
              <a:t>  },</a:t>
            </a:r>
            <a:br/>
            <a:r>
              <a:t>  "dataSources": {</a:t>
            </a:r>
            <a:br/>
            <a:r>
              <a:t>    "accountArrangementsApi": {</a:t>
            </a:r>
            <a:br/>
            <a:r>
              <a:t>      "endpoint": { "url": "http://.../accounts/${accountId}/arrangements" },</a:t>
            </a:r>
            <a:br/>
            <a:r>
              <a:t>      "providesFields": ["pricingId"]</a:t>
            </a:r>
            <a:br/>
            <a:r>
              <a:t>    },</a:t>
            </a:r>
            <a:br/>
            <a:r>
              <a:t>    "pricingApi": {</a:t>
            </a:r>
            <a:br/>
            <a:r>
              <a:t>      "endpoint": { "url": "http://.../pricing/${pricingId}" },</a:t>
            </a:r>
            <a:br/>
            <a:r>
              <a:t>      "providesFields": ["disclosureCode"]</a:t>
            </a:r>
            <a:br/>
            <a:r>
              <a:t>    }</a:t>
            </a:r>
            <a:br/>
            <a:r>
              <a:t>  },</a:t>
            </a:r>
            <a:br/>
            <a:r>
              <a:t>  "documentMatching": {</a:t>
            </a:r>
            <a:br/>
            <a:r>
              <a:t>    "matchBy": "reference_key",</a:t>
            </a:r>
            <a:br/>
            <a:r>
              <a:t>    "referenceKeyField": "disclosureCode"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Reference Key Matching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Request received with customerId and accountId</a:t>
            </a:r>
          </a:p>
          <a:p>
            <a:pPr>
              <a:spcAft>
                <a:spcPts val="1200"/>
              </a:spcAft>
              <a:defRPr sz="2000"/>
            </a:pPr>
            <a:r>
              <a:t>• 2. Load all active templates from master_template_definition</a:t>
            </a:r>
          </a:p>
          <a:p>
            <a:pPr>
              <a:spcAft>
                <a:spcPts val="1200"/>
              </a:spcAft>
              <a:defRPr sz="2000"/>
            </a:pPr>
            <a:r>
              <a:t>• 3. For CUSTOM_RULES templates, execute API chain:</a:t>
            </a:r>
          </a:p>
          <a:p>
            <a:pPr>
              <a:spcAft>
                <a:spcPts val="1200"/>
              </a:spcAft>
              <a:defRPr sz="2000"/>
            </a:pPr>
            <a:r>
              <a:t>•    - Call accountArrangementsApi → extract pricingId</a:t>
            </a:r>
          </a:p>
          <a:p>
            <a:pPr>
              <a:spcAft>
                <a:spcPts val="1200"/>
              </a:spcAft>
              <a:defRPr sz="2000"/>
            </a:pPr>
            <a:r>
              <a:t>•    - Call pricingApi with pricingId → extract disclosureCode</a:t>
            </a:r>
          </a:p>
          <a:p>
            <a:pPr>
              <a:spcAft>
                <a:spcPts val="1200"/>
              </a:spcAft>
              <a:defRPr sz="2000"/>
            </a:pPr>
            <a:r>
              <a:t>• 4. Use disclosureCode as reference_key to query storage_index</a:t>
            </a:r>
          </a:p>
          <a:p>
            <a:pPr>
              <a:spcAft>
                <a:spcPts val="1200"/>
              </a:spcAft>
              <a:defRPr sz="2000"/>
            </a:pPr>
            <a:r>
              <a:t>• 5. Return matching document(s)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Example: Account with pricingId 'PR001' → disclosureCode 'D164'</a:t>
            </a:r>
          </a:p>
          <a:p>
            <a:pPr>
              <a:spcAft>
                <a:spcPts val="1200"/>
              </a:spcAft>
              <a:defRPr sz="2000"/>
            </a:pPr>
            <a:r>
              <a:t>•          → Returns 'Credit_Card_Terms_D164_v1.pdf'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Conditional Matching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documentMatching (for TIERED_CARD_AGREEMENT):</a:t>
            </a:r>
            <a:br/>
            <a:r>
              <a:t>{</a:t>
            </a:r>
            <a:br/>
            <a:r>
              <a:t>  "matchBy": "conditional",</a:t>
            </a:r>
            <a:br/>
            <a:r>
              <a:t>  "referenceKeyType": "CREDIT_TIER",</a:t>
            </a:r>
            <a:br/>
            <a:r>
              <a:t>  "conditions": [</a:t>
            </a:r>
            <a:br/>
            <a:r>
              <a:t>    { "field": "creditLimit", "operator": "&gt;=", "value": 50000,</a:t>
            </a:r>
            <a:br/>
            <a:r>
              <a:t>      "referenceKey": "TIER-PLATINUM" },</a:t>
            </a:r>
            <a:br/>
            <a:r>
              <a:t>    { "field": "creditLimit", "operator": "&gt;=", "value": 25000,</a:t>
            </a:r>
            <a:br/>
            <a:r>
              <a:t>      "referenceKey": "TIER-GOLD" },</a:t>
            </a:r>
            <a:br/>
            <a:r>
              <a:t>    { "field": "creditLimit", "operator": "&lt;", "value": 25000,</a:t>
            </a:r>
            <a:br/>
            <a:r>
              <a:t>      "referenceKey": "TIER-STANDARD" }</a:t>
            </a:r>
            <a:br/>
            <a:r>
              <a:t>  ]</a:t>
            </a:r>
            <a:br/>
            <a:r>
              <a:t>}</a:t>
            </a:r>
            <a:br/>
            <a:br/>
            <a:r>
              <a:t>Supported Operators: &gt;=, &gt;, &lt;=, &lt;, ==, !=</a:t>
            </a:r>
            <a:br/>
            <a:r>
              <a:t>Field Types: Number, String, Boolean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Conditional Matching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Request received with accountId</a:t>
            </a:r>
          </a:p>
          <a:p>
            <a:pPr>
              <a:spcAft>
                <a:spcPts val="1200"/>
              </a:spcAft>
              <a:defRPr sz="2000"/>
            </a:pPr>
            <a:r>
              <a:t>• 2. Call creditInfoApi to get creditLimit for the account</a:t>
            </a:r>
          </a:p>
          <a:p>
            <a:pPr>
              <a:spcAft>
                <a:spcPts val="1200"/>
              </a:spcAft>
              <a:defRPr sz="2000"/>
            </a:pPr>
            <a:r>
              <a:t>• 3. Evaluate conditions in order (first match wins):</a:t>
            </a:r>
          </a:p>
          <a:p>
            <a:pPr>
              <a:spcAft>
                <a:spcPts val="1200"/>
              </a:spcAft>
              <a:defRPr sz="2000"/>
            </a:pPr>
            <a:r>
              <a:t>•    - creditLimit &gt;= 50000 → TIER-PLATINUM</a:t>
            </a:r>
          </a:p>
          <a:p>
            <a:pPr>
              <a:spcAft>
                <a:spcPts val="1200"/>
              </a:spcAft>
              <a:defRPr sz="2000"/>
            </a:pPr>
            <a:r>
              <a:t>•    - creditLimit &gt;= 25000 → TIER-GOLD</a:t>
            </a:r>
          </a:p>
          <a:p>
            <a:pPr>
              <a:spcAft>
                <a:spcPts val="1200"/>
              </a:spcAft>
              <a:defRPr sz="2000"/>
            </a:pPr>
            <a:r>
              <a:t>•    - creditLimit &lt; 25000 → TIER-STANDARD</a:t>
            </a:r>
          </a:p>
          <a:p>
            <a:pPr>
              <a:spcAft>
                <a:spcPts val="1200"/>
              </a:spcAft>
              <a:defRPr sz="2000"/>
            </a:pPr>
            <a:r>
              <a:t>• 4. Query storage_index with matched reference_key</a:t>
            </a:r>
          </a:p>
          <a:p>
            <a:pPr>
              <a:spcAft>
                <a:spcPts val="1200"/>
              </a:spcAft>
              <a:defRPr sz="2000"/>
            </a:pPr>
            <a:r>
              <a:t>• 5. Return the tier-appropriate document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Error Handling: If API fails or no condition matches,</a:t>
            </a:r>
          </a:p>
          <a:p>
            <a:pPr>
              <a:spcAft>
                <a:spcPts val="1200"/>
              </a:spcAft>
              <a:defRPr sz="2000"/>
            </a:pPr>
            <a:r>
              <a:t>• template is SKIPPED (returns empty) - no fallthrough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Test Accounts - Conditional Matching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8595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143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Account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Credit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Document</a:t>
                      </a:r>
                    </a:p>
                  </a:txBody>
                  <a:tcPr/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aaaa...0001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Platinum_Card_Agreement.pdf</a:t>
                      </a:r>
                    </a:p>
                  </a:txBody>
                  <a:tcPr/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aaaa...0002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Gold_Card_Agreement.pdf</a:t>
                      </a:r>
                    </a:p>
                  </a:txBody>
                  <a:tcPr/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aaaa...0003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Standard_Card_Agreement.pdf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Test Accounts - Disclosure Code Matching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8595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1143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Disclosure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Document</a:t>
                      </a:r>
                    </a:p>
                  </a:txBody>
                  <a:tcPr/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Account 1 (VIP)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Credit_Card_Terms_D164_v1.pdf</a:t>
                      </a:r>
                    </a:p>
                  </a:txBody>
                  <a:tcPr/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Account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Premium_Credit_Card_Terms_D166_v1.pdf</a:t>
                      </a:r>
                    </a:p>
                  </a:txBody>
                  <a:tcPr/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Account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Credit_Card_Terms_D165_v1.pdf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Document Enquiry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Document Enquiry Flow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   Client Request</a:t>
            </a:r>
            <a:br/>
            <a:r>
              <a:t>        │</a:t>
            </a:r>
            <a:br/>
            <a:r>
              <a:t>        ▼</a:t>
            </a:r>
            <a:br/>
            <a:r>
              <a:t>┌───────────────────┐</a:t>
            </a:r>
            <a:br/>
            <a:r>
              <a:t>│ POST /documents-  │</a:t>
            </a:r>
            <a:br/>
            <a:r>
              <a:t>│     enquiry       │</a:t>
            </a:r>
            <a:br/>
            <a:r>
              <a:t>└─────────┬─────────┘</a:t>
            </a:r>
            <a:br/>
            <a:r>
              <a:t>          │</a:t>
            </a:r>
            <a:br/>
            <a:r>
              <a:t>          ▼</a:t>
            </a:r>
            <a:br/>
            <a:r>
              <a:t>┌───────────────────┐     ┌─────────────────────┐</a:t>
            </a:r>
            <a:br/>
            <a:r>
              <a:t>│ Load Active       │────▶│ master_template_    │</a:t>
            </a:r>
            <a:br/>
            <a:r>
              <a:t>│ Templates         │     │ definition          │</a:t>
            </a:r>
            <a:br/>
            <a:r>
              <a:t>└─────────┬─────────┘     └─────────────────────┘</a:t>
            </a:r>
            <a:br/>
            <a:r>
              <a:t>          │</a:t>
            </a:r>
            <a:br/>
            <a:r>
              <a:t>          ▼</a:t>
            </a:r>
            <a:br/>
            <a:r>
              <a:t>┌───────────────────┐     ┌─────────────────────┐</a:t>
            </a:r>
            <a:br/>
            <a:r>
              <a:t>│ For CUSTOM_RULES: │────▶│ External APIs       │</a:t>
            </a:r>
            <a:br/>
            <a:r>
              <a:t>│ Execute API Chain │     │ (Mock/Real)         │</a:t>
            </a:r>
            <a:br/>
            <a:r>
              <a:t>└─────────┬─────────┘     └─────────────────────┘</a:t>
            </a:r>
            <a:br/>
            <a:r>
              <a:t>          │</a:t>
            </a:r>
            <a:br/>
            <a:r>
              <a:t>          ▼</a:t>
            </a:r>
            <a:br/>
            <a:r>
              <a:t>┌───────────────────┐     ┌─────────────────────┐</a:t>
            </a:r>
            <a:br/>
            <a:r>
              <a:t>│ Match Documents   │────▶│ storage_index       │</a:t>
            </a:r>
            <a:br/>
            <a:r>
              <a:t>│ by Reference Key  │     │                     │</a:t>
            </a:r>
            <a:br/>
            <a:r>
              <a:t>└─────────┬─────────┘     └─────────────────────┘</a:t>
            </a:r>
            <a:br/>
            <a:r>
              <a:t>          │</a:t>
            </a:r>
            <a:br/>
            <a:r>
              <a:t>          ▼</a:t>
            </a:r>
            <a:br/>
            <a:r>
              <a:t>┌───────────────────┐</a:t>
            </a:r>
            <a:br/>
            <a:r>
              <a:t>│ Return Document   │</a:t>
            </a:r>
            <a:br/>
            <a:r>
              <a:t>│ List Response     │</a:t>
            </a:r>
            <a:br/>
            <a:r>
              <a:t>└───────────────────┘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Features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Dynamic API Chain Execution - sequential calls with dependency resolution</a:t>
            </a:r>
          </a:p>
          <a:p>
            <a:pPr>
              <a:spcAft>
                <a:spcPts val="1200"/>
              </a:spcAft>
              <a:defRPr sz="2000"/>
            </a:pPr>
            <a:r>
              <a:t>• JSONPath Field Extraction - $.field.nested.path support</a:t>
            </a:r>
          </a:p>
          <a:p>
            <a:pPr>
              <a:spcAft>
                <a:spcPts val="1200"/>
              </a:spcAft>
              <a:defRPr sz="2000"/>
            </a:pPr>
            <a:r>
              <a:t>• Variable Substitution - ${accountId}, ${pricingId} in URLs</a:t>
            </a:r>
          </a:p>
          <a:p>
            <a:pPr>
              <a:spcAft>
                <a:spcPts val="1200"/>
              </a:spcAft>
              <a:defRPr sz="2000"/>
            </a:pPr>
            <a:r>
              <a:t>• Conditional Document Matching - comparison operators for numeric/string fields</a:t>
            </a:r>
          </a:p>
          <a:p>
            <a:pPr>
              <a:spcAft>
                <a:spcPts val="1200"/>
              </a:spcAft>
              <a:defRPr sz="2000"/>
            </a:pPr>
            <a:r>
              <a:t>• Error Handling - graceful skip on API failures (no fallthrough)</a:t>
            </a:r>
          </a:p>
          <a:p>
            <a:pPr>
              <a:spcAft>
                <a:spcPts val="1200"/>
              </a:spcAft>
              <a:defRPr sz="2000"/>
            </a:pPr>
            <a:r>
              <a:t>• Array Unwrapping - single-element arrays auto-unwrapped</a:t>
            </a:r>
          </a:p>
          <a:p>
            <a:pPr>
              <a:spcAft>
                <a:spcPts val="1200"/>
              </a:spcAft>
              <a:defRPr sz="2000"/>
            </a:pPr>
            <a:r>
              <a:t>• Configurable Timeouts - per-API timeout settings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API Request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Required Headers:</a:t>
            </a:r>
          </a:p>
          <a:p>
            <a:pPr>
              <a:spcAft>
                <a:spcPts val="1200"/>
              </a:spcAft>
              <a:defRPr sz="2000"/>
            </a:pPr>
            <a:r>
              <a:t>•   • Content-Type: application/json</a:t>
            </a:r>
          </a:p>
          <a:p>
            <a:pPr>
              <a:spcAft>
                <a:spcPts val="1200"/>
              </a:spcAft>
              <a:defRPr sz="2000"/>
            </a:pPr>
            <a:r>
              <a:t>•   • X-version: 1</a:t>
            </a:r>
          </a:p>
          <a:p>
            <a:pPr>
              <a:spcAft>
                <a:spcPts val="1200"/>
              </a:spcAft>
              <a:defRPr sz="2000"/>
            </a:pPr>
            <a:r>
              <a:t>•   • X-correlation-id: &lt;unique-request-id&gt;</a:t>
            </a:r>
          </a:p>
          <a:p>
            <a:pPr>
              <a:spcAft>
                <a:spcPts val="1200"/>
              </a:spcAft>
              <a:defRPr sz="2000"/>
            </a:pPr>
            <a:r>
              <a:t>•   • X-requestor-id: &lt;UUID&gt;</a:t>
            </a:r>
          </a:p>
          <a:p>
            <a:pPr>
              <a:spcAft>
                <a:spcPts val="1200"/>
              </a:spcAft>
              <a:defRPr sz="2000"/>
            </a:pPr>
            <a:r>
              <a:t>•   • X-requestor-type: CUSTOMER | BANKER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Request Body:</a:t>
            </a:r>
          </a:p>
          <a:p>
            <a:pPr>
              <a:spcAft>
                <a:spcPts val="1200"/>
              </a:spcAft>
              <a:defRPr sz="2000"/>
            </a:pPr>
            <a:r>
              <a:t>•   { "customerId": "&lt;uuid&gt;", "accountId": ["&lt;uuid&gt;"]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Test Scripts Available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Location: fresh-doc-hub-poc/test-scripts/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• restart-app.bat - Kill and restart Spring Boot application</a:t>
            </a:r>
          </a:p>
          <a:p>
            <a:pPr>
              <a:spcAft>
                <a:spcPts val="1200"/>
              </a:spcAft>
              <a:defRPr sz="2000"/>
            </a:pPr>
            <a:r>
              <a:t>• • run-all-tests.bat - Execute all document enquiry tests</a:t>
            </a:r>
          </a:p>
          <a:p>
            <a:pPr>
              <a:spcAft>
                <a:spcPts val="1200"/>
              </a:spcAft>
              <a:defRPr sz="2000"/>
            </a:pPr>
            <a:r>
              <a:t>• • test-conditional-platinum.bat - Test Platinum tier ($75k)</a:t>
            </a:r>
          </a:p>
          <a:p>
            <a:pPr>
              <a:spcAft>
                <a:spcPts val="1200"/>
              </a:spcAft>
              <a:defRPr sz="2000"/>
            </a:pPr>
            <a:r>
              <a:t>• • test-conditional-gold.bat - Test Gold tier ($35k)</a:t>
            </a:r>
          </a:p>
          <a:p>
            <a:pPr>
              <a:spcAft>
                <a:spcPts val="1200"/>
              </a:spcAft>
              <a:defRPr sz="2000"/>
            </a:pPr>
            <a:r>
              <a:t>• • test-conditional-standard.bat - Test Standard tier ($15k)</a:t>
            </a:r>
          </a:p>
          <a:p>
            <a:pPr>
              <a:spcAft>
                <a:spcPts val="1200"/>
              </a:spcAft>
              <a:defRPr sz="2000"/>
            </a:pPr>
            <a:r>
              <a:t>• • test-disclosure-code-d164.bat - Test D164 disclosure matching</a:t>
            </a:r>
          </a:p>
          <a:p>
            <a:pPr>
              <a:spcAft>
                <a:spcPts val="1200"/>
              </a:spcAft>
              <a:defRPr sz="2000"/>
            </a:pPr>
            <a:r>
              <a:t>• • test-disclosure-code-d166.bat - Test D166 disclosure matching</a:t>
            </a:r>
          </a:p>
          <a:p>
            <a:pPr>
              <a:spcAft>
                <a:spcPts val="1200"/>
              </a:spcAft>
              <a:defRPr sz="2000"/>
            </a:pPr>
            <a:r>
              <a:t>• • API_REFERENCE.md - Complete curl command reference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Document Hub POC demonstrates flexible document retrieval: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✓ Reference Key Matching - API chain extracts key, matches documents</a:t>
            </a:r>
          </a:p>
          <a:p>
            <a:pPr>
              <a:spcAft>
                <a:spcPts val="1200"/>
              </a:spcAft>
              <a:defRPr sz="2000"/>
            </a:pPr>
            <a:r>
              <a:t>• ✓ Conditional Matching - Evaluate rules to select appropriate document</a:t>
            </a:r>
          </a:p>
          <a:p>
            <a:pPr>
              <a:spcAft>
                <a:spcPts val="1200"/>
              </a:spcAft>
              <a:defRPr sz="2000"/>
            </a:pPr>
            <a:r>
              <a:t>• ✓ Error Resilience - Graceful handling, skip on failures</a:t>
            </a:r>
          </a:p>
          <a:p>
            <a:pPr>
              <a:spcAft>
                <a:spcPts val="1200"/>
              </a:spcAft>
              <a:defRPr sz="2000"/>
            </a:pPr>
            <a:r>
              <a:t>• ✓ Fully Configurable - No code changes for new matching rules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Next Steps:</a:t>
            </a:r>
          </a:p>
          <a:p>
            <a:pPr>
              <a:spcAft>
                <a:spcPts val="1200"/>
              </a:spcAft>
              <a:defRPr sz="2000"/>
            </a:pPr>
            <a:r>
              <a:t>• • Add more complex condition types (AND/OR logic)</a:t>
            </a:r>
          </a:p>
          <a:p>
            <a:pPr>
              <a:spcAft>
                <a:spcPts val="1200"/>
              </a:spcAft>
              <a:defRPr sz="2000"/>
            </a:pPr>
            <a:r>
              <a:t>• • Implement caching for API responses</a:t>
            </a:r>
          </a:p>
          <a:p>
            <a:pPr>
              <a:spcAft>
                <a:spcPts val="1200"/>
              </a:spcAft>
              <a:defRPr sz="2000"/>
            </a:pPr>
            <a:r>
              <a:t>• • Add parallel API execution for independent calls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